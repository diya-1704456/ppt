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270" r:id="rId4"/>
    <p:sldId id="268" r:id="rId5"/>
  </p:sldIdLst>
  <p:sldSz cx="12192000" cy="6858000"/>
  <p:notesSz cx="6858000" cy="9144000"/>
  <p:embeddedFontLst>
    <p:embeddedFont>
      <p:font typeface="Zilla Slab" panose="020B0604020202020204" charset="0"/>
      <p:regular r:id="rId7"/>
      <p:bold r:id="rId8"/>
      <p: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ojC9E6rM7rXeOoZ6HOTQQWAzt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2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7" y="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9" Type="http://customschemas.google.com/relationships/presentationmetadata" Target="metadata"/><Relationship Id="rId3" Type="http://schemas.openxmlformats.org/officeDocument/2006/relationships/slide" Target="slides/slide1.xml"/><Relationship Id="rId42" Type="http://schemas.openxmlformats.org/officeDocument/2006/relationships/theme" Target="theme/them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B98EDFDB-9529-F506-5BE3-10718BFB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6785CA45-ECFC-5A3B-AC13-72519D579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FBDA4902-1943-697A-0BBF-D69E16546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7732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 txBox="1"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0" y="1041399"/>
            <a:ext cx="3151259" cy="686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880" y="6334744"/>
            <a:ext cx="1725318" cy="36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10"/>
          <p:cNvPicPr preferRelativeResize="0"/>
          <p:nvPr/>
        </p:nvPicPr>
        <p:blipFill rotWithShape="1">
          <a:blip r:embed="rId5">
            <a:alphaModFix amt="20000"/>
          </a:blip>
          <a:srcRect t="911" r="25321" b="909"/>
          <a:stretch/>
        </p:blipFill>
        <p:spPr>
          <a:xfrm>
            <a:off x="0" y="0"/>
            <a:ext cx="121640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0"/>
          <p:cNvSpPr/>
          <p:nvPr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/>
          <p:nvPr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0"/>
          <p:cNvCxnSpPr/>
          <p:nvPr/>
        </p:nvCxnSpPr>
        <p:spPr>
          <a:xfrm>
            <a:off x="914400" y="6280030"/>
            <a:ext cx="1863306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36" name="Google Shape;3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3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4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4" name="Google Shape;5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5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/>
          <p:nvPr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065837" cy="47371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839788" y="1578718"/>
            <a:ext cx="3932237" cy="4290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2" name="Google Shape;8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362" y="3032254"/>
            <a:ext cx="342035" cy="37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779" y="3926565"/>
            <a:ext cx="307200" cy="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0775" y="4758611"/>
            <a:ext cx="405209" cy="405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9779" y="5676372"/>
            <a:ext cx="3172854" cy="37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4880" y="1041399"/>
            <a:ext cx="4760571" cy="10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2"/>
          <p:cNvSpPr txBox="1"/>
          <p:nvPr/>
        </p:nvSpPr>
        <p:spPr>
          <a:xfrm>
            <a:off x="1628774" y="3921043"/>
            <a:ext cx="8460106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0731 3111500, 0731 3111501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1628774" y="4797553"/>
            <a:ext cx="8407400" cy="40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www.medicaps.ac.in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1628774" y="3030245"/>
            <a:ext cx="8460106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A.B. Road, Pigdamber, Rau, Indore – 453331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362" y="3032254"/>
            <a:ext cx="342035" cy="37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779" y="3926565"/>
            <a:ext cx="307200" cy="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0775" y="4758611"/>
            <a:ext cx="405209" cy="405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9779" y="5676372"/>
            <a:ext cx="3172854" cy="37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4880" y="1041399"/>
            <a:ext cx="4760571" cy="10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/>
          <p:nvPr/>
        </p:nvSpPr>
        <p:spPr>
          <a:xfrm>
            <a:off x="1628774" y="3921043"/>
            <a:ext cx="8460106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0731 3111500, 0731 3111501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1628774" y="4797553"/>
            <a:ext cx="8407400" cy="40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www.medicaps.ac.in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1628774" y="3030245"/>
            <a:ext cx="8460106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A.B. Road, Pigdamber, Rau, Indore – 453331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>
            <a:spLocks noGrp="1"/>
          </p:cNvSpPr>
          <p:nvPr>
            <p:ph type="ctrTitle"/>
          </p:nvPr>
        </p:nvSpPr>
        <p:spPr>
          <a:xfrm>
            <a:off x="944880" y="3906370"/>
            <a:ext cx="8948928" cy="87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/>
              <a:t>Title</a:t>
            </a:r>
            <a:br>
              <a:rPr lang="en-US" dirty="0"/>
            </a:br>
            <a:endParaRPr dirty="0"/>
          </a:p>
        </p:txBody>
      </p:sp>
      <p:sp>
        <p:nvSpPr>
          <p:cNvPr id="129" name="Google Shape;129;p1"/>
          <p:cNvSpPr txBox="1">
            <a:spLocks noGrp="1"/>
          </p:cNvSpPr>
          <p:nvPr>
            <p:ph type="subTitle" idx="1"/>
          </p:nvPr>
        </p:nvSpPr>
        <p:spPr>
          <a:xfrm>
            <a:off x="944880" y="5108703"/>
            <a:ext cx="9144000" cy="927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IN" dirty="0"/>
              <a:t>Name and </a:t>
            </a:r>
            <a:r>
              <a:rPr lang="en-IN" dirty="0" err="1"/>
              <a:t>Enrollment</a:t>
            </a:r>
            <a:r>
              <a:rPr lang="en-IN" dirty="0"/>
              <a:t> of Student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A86AE84-9A51-D5D6-954B-414A1696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>
            <a:extLst>
              <a:ext uri="{FF2B5EF4-FFF2-40B4-BE49-F238E27FC236}">
                <a16:creationId xmlns:a16="http://schemas.microsoft.com/office/drawing/2014/main" id="{3C936783-64CD-447E-BE45-D90A97B93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IN" sz="3600" dirty="0"/>
              <a:t>----</a:t>
            </a:r>
            <a:endParaRPr sz="3600" dirty="0"/>
          </a:p>
        </p:txBody>
      </p:sp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996797AC-C9F9-FE31-24F8-BA5ECD387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600" dirty="0"/>
              <a:t>Write here</a:t>
            </a:r>
          </a:p>
        </p:txBody>
      </p:sp>
      <p:sp>
        <p:nvSpPr>
          <p:cNvPr id="136" name="Google Shape;136;p2">
            <a:extLst>
              <a:ext uri="{FF2B5EF4-FFF2-40B4-BE49-F238E27FC236}">
                <a16:creationId xmlns:a16="http://schemas.microsoft.com/office/drawing/2014/main" id="{86569A1D-9D95-62FB-D8E5-4F42D5482B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cxnSp>
        <p:nvCxnSpPr>
          <p:cNvPr id="137" name="Google Shape;137;p2">
            <a:extLst>
              <a:ext uri="{FF2B5EF4-FFF2-40B4-BE49-F238E27FC236}">
                <a16:creationId xmlns:a16="http://schemas.microsoft.com/office/drawing/2014/main" id="{670A0267-F64A-3341-9462-D5DABB6C7136}"/>
              </a:ext>
            </a:extLst>
          </p:cNvPr>
          <p:cNvCxnSpPr/>
          <p:nvPr/>
        </p:nvCxnSpPr>
        <p:spPr>
          <a:xfrm>
            <a:off x="838200" y="1495245"/>
            <a:ext cx="3498011" cy="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" name="Google Shape;138;p2">
            <a:extLst>
              <a:ext uri="{FF2B5EF4-FFF2-40B4-BE49-F238E27FC236}">
                <a16:creationId xmlns:a16="http://schemas.microsoft.com/office/drawing/2014/main" id="{A9B4AC38-0E86-6FEF-BDC6-CF2E13B14962}"/>
              </a:ext>
            </a:extLst>
          </p:cNvPr>
          <p:cNvCxnSpPr/>
          <p:nvPr/>
        </p:nvCxnSpPr>
        <p:spPr>
          <a:xfrm>
            <a:off x="4336211" y="1495245"/>
            <a:ext cx="2760262" cy="0"/>
          </a:xfrm>
          <a:prstGeom prst="straightConnector1">
            <a:avLst/>
          </a:prstGeom>
          <a:noFill/>
          <a:ln w="571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2468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12</Words>
  <Application>Microsoft Office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Zilla Slab</vt:lpstr>
      <vt:lpstr>Calibri</vt:lpstr>
      <vt:lpstr>Office Theme</vt:lpstr>
      <vt:lpstr>Office Theme</vt:lpstr>
      <vt:lpstr>Title </vt:lpstr>
      <vt:lpstr>----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Vivek Gupta</dc:creator>
  <cp:lastModifiedBy>Vivek Gupta</cp:lastModifiedBy>
  <cp:revision>203</cp:revision>
  <dcterms:modified xsi:type="dcterms:W3CDTF">2026-02-26T06:37:41Z</dcterms:modified>
</cp:coreProperties>
</file>